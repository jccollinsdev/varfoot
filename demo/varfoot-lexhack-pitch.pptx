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72b919ea4440a3" /><Relationship Type="http://schemas.openxmlformats.org/officeDocument/2006/relationships/extended-properties" Target="/docProps/app.xml" Id="Re6321bb677c0470a" /><Relationship Type="http://schemas.openxmlformats.org/officeDocument/2006/relationships/officeDocument" Target="/ppt/presentation.xml" Id="R556c2d7589d943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889fda43454c66"/>
  </p:sldMasterIdLst>
  <p:notesMasterIdLst>
    <p:notesMasterId xmlns:r="http://schemas.openxmlformats.org/officeDocument/2006/relationships" r:id="Rde789bfe04a84b65"/>
  </p:notesMasterIdLst>
  <p:sldIdLst>
    <p:sldId xmlns:r="http://schemas.openxmlformats.org/officeDocument/2006/relationships" id="256" r:id="Re5ad4b23cfdf4c94"/>
    <p:sldId xmlns:r="http://schemas.openxmlformats.org/officeDocument/2006/relationships" id="257" r:id="R4fabd310cc2d4d43"/>
    <p:sldId xmlns:r="http://schemas.openxmlformats.org/officeDocument/2006/relationships" id="258" r:id="R9662171c04004385"/>
    <p:sldId xmlns:r="http://schemas.openxmlformats.org/officeDocument/2006/relationships" id="259" r:id="R94ef667ddcec4154"/>
    <p:sldId xmlns:r="http://schemas.openxmlformats.org/officeDocument/2006/relationships" id="260" r:id="R9a12ae13bfc141b5"/>
    <p:sldId xmlns:r="http://schemas.openxmlformats.org/officeDocument/2006/relationships" id="261" r:id="R481df1c5e8cb424e"/>
    <p:sldId xmlns:r="http://schemas.openxmlformats.org/officeDocument/2006/relationships" id="262" r:id="R4538b98c155f4067"/>
    <p:sldId xmlns:r="http://schemas.openxmlformats.org/officeDocument/2006/relationships" id="263" r:id="R259a32eea4d14cbb"/>
    <p:sldId xmlns:r="http://schemas.openxmlformats.org/officeDocument/2006/relationships" id="264" r:id="Recefd40f64cb42f3"/>
    <p:sldId xmlns:r="http://schemas.openxmlformats.org/officeDocument/2006/relationships" id="265" r:id="Rdb4bdba489574c52"/>
    <p:sldId xmlns:r="http://schemas.openxmlformats.org/officeDocument/2006/relationships" id="266" r:id="R471353d4ae554ac9"/>
  </p:sldIdLst>
  <p:sldSz cx="15240000" cy="8572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e6384ac4e74437" /><Relationship Type="http://schemas.openxmlformats.org/officeDocument/2006/relationships/slideMaster" Target="/ppt/slideMasters/slideMaster1.xml" Id="R53889fda43454c66" /><Relationship Type="http://schemas.openxmlformats.org/officeDocument/2006/relationships/notesMaster" Target="/ppt/notesMasters/notesMaster1.xml" Id="Rde789bfe04a84b65" /><Relationship Type="http://schemas.openxmlformats.org/officeDocument/2006/relationships/presProps" Target="/ppt/presProps.xml" Id="R68b59ca655cf4f9c" /><Relationship Type="http://schemas.openxmlformats.org/officeDocument/2006/relationships/viewProps" Target="/ppt/viewProps.xml" Id="Ra66aa04697ef4303" /><Relationship Type="http://schemas.openxmlformats.org/officeDocument/2006/relationships/tableStyles" Target="/ppt/tableStyles.xml" Id="R0665e0cc47084548" /><Relationship Type="http://schemas.openxmlformats.org/officeDocument/2006/relationships/slide" Target="/ppt/slides/slide1.xml" Id="Re5ad4b23cfdf4c94" /><Relationship Type="http://schemas.openxmlformats.org/officeDocument/2006/relationships/slide" Target="/ppt/slides/slide2.xml" Id="R4fabd310cc2d4d43" /><Relationship Type="http://schemas.openxmlformats.org/officeDocument/2006/relationships/slide" Target="/ppt/slides/slide3.xml" Id="R9662171c04004385" /><Relationship Type="http://schemas.openxmlformats.org/officeDocument/2006/relationships/slide" Target="/ppt/slides/slide4.xml" Id="R94ef667ddcec4154" /><Relationship Type="http://schemas.openxmlformats.org/officeDocument/2006/relationships/slide" Target="/ppt/slides/slide5.xml" Id="R9a12ae13bfc141b5" /><Relationship Type="http://schemas.openxmlformats.org/officeDocument/2006/relationships/slide" Target="/ppt/slides/slide6.xml" Id="R481df1c5e8cb424e" /><Relationship Type="http://schemas.openxmlformats.org/officeDocument/2006/relationships/slide" Target="/ppt/slides/slide7.xml" Id="R4538b98c155f4067" /><Relationship Type="http://schemas.openxmlformats.org/officeDocument/2006/relationships/slide" Target="/ppt/slides/slide8.xml" Id="R259a32eea4d14cbb" /><Relationship Type="http://schemas.openxmlformats.org/officeDocument/2006/relationships/slide" Target="/ppt/slides/slide9.xml" Id="Recefd40f64cb42f3" /><Relationship Type="http://schemas.openxmlformats.org/officeDocument/2006/relationships/slide" Target="/ppt/slides/slide10.xml" Id="Rdb4bdba489574c52" /><Relationship Type="http://schemas.openxmlformats.org/officeDocument/2006/relationships/slide" Target="/ppt/slides/slide11.xml" Id="R471353d4ae554a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04d3f439b549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6514a9300f45e3" /><Relationship Type="http://schemas.openxmlformats.org/officeDocument/2006/relationships/notesMaster" Target="/ppt/notesMasters/notesMaster1.xml" Id="R99a0f99ff7764b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d4700a985a4027" /><Relationship Type="http://schemas.openxmlformats.org/officeDocument/2006/relationships/notesMaster" Target="/ppt/notesMasters/notesMaster1.xml" Id="R7c9791d5c83547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a68d5432a44bd7" /><Relationship Type="http://schemas.openxmlformats.org/officeDocument/2006/relationships/notesMaster" Target="/ppt/notesMasters/notesMaster1.xml" Id="Re352d1a5bcb043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1ad0c1d78d4d74" /><Relationship Type="http://schemas.openxmlformats.org/officeDocument/2006/relationships/notesMaster" Target="/ppt/notesMasters/notesMaster1.xml" Id="Rea7da9b4948a41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a0273182394a61" /><Relationship Type="http://schemas.openxmlformats.org/officeDocument/2006/relationships/notesMaster" Target="/ppt/notesMasters/notesMaster1.xml" Id="R5bca86ec4b24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f6b9ffabd4469c" /><Relationship Type="http://schemas.openxmlformats.org/officeDocument/2006/relationships/notesMaster" Target="/ppt/notesMasters/notesMaster1.xml" Id="Rf690bbacdf534e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3124fc428148c1" /><Relationship Type="http://schemas.openxmlformats.org/officeDocument/2006/relationships/notesMaster" Target="/ppt/notesMasters/notesMaster1.xml" Id="Rc226937727a748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94a6918128463f" /><Relationship Type="http://schemas.openxmlformats.org/officeDocument/2006/relationships/notesMaster" Target="/ppt/notesMasters/notesMaster1.xml" Id="Re7971650a09949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6a937edc464c42" /><Relationship Type="http://schemas.openxmlformats.org/officeDocument/2006/relationships/notesMaster" Target="/ppt/notesMasters/notesMaster1.xml" Id="Rcb0eb64e7d364d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2c540733a843c5" /><Relationship Type="http://schemas.openxmlformats.org/officeDocument/2006/relationships/notesMaster" Target="/ppt/notesMasters/notesMaster1.xml" Id="R1a2f4017cc3f44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798429253e4a67" /><Relationship Type="http://schemas.openxmlformats.org/officeDocument/2006/relationships/notesMaster" Target="/ppt/notesMasters/notesMaster1.xml" Id="Rdfd9d0f39fed45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line: I built this for myself. A personalized AI soccer roadmap for athletes trying to make varsity.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Proof this is real: public Instagram journey at @sansar.mp4, 1,100+ followers. Add the profile screenshot before presenting.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it as my own problem: effort was there, a system was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existing option is generic where I needed specific.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-&gt; weakness diagnosis -&gt; roadmap -&gt; daily sessions -&gt; fuel -&gt; AI coach.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order: assessment, plan, session, drill, fuel, coach. Use the demo athlete; mention the full assessment exists.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Stack: Next.js/PWA, Supabase, Gemini, USDA, deterministic engine, 50-drill catalog, safe AI guardrails, Vercel.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Impact: the goal finally becomes actionable, and it generalizes beyond 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before/after so judges feel the change.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are two 8th-grade athletes from Andover. Sansar is the soccer player VarFoot was built for; we built it together.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thesis: a real tool built by an athlete for himself, based on a real public varsity journey.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38f83fc0e4a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3f27c61a2344d6" /><Relationship Type="http://schemas.openxmlformats.org/officeDocument/2006/relationships/slideLayout" Target="/ppt/slideLayouts/slideLayout1.xml" Id="R23b3197ed23d44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b3197ed23d44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d2581390e4b5e" /><Relationship Type="http://schemas.openxmlformats.org/officeDocument/2006/relationships/image" Target="/ppt/media/image.png" Id="R22a37a724e4541b8" /><Relationship Type="http://schemas.openxmlformats.org/officeDocument/2006/relationships/notesSlide" Target="/ppt/notesSlides/notesSlide1.xml" Id="R3c0c736183494e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11b74d6854aa4" /><Relationship Type="http://schemas.openxmlformats.org/officeDocument/2006/relationships/notesSlide" Target="/ppt/notesSlides/notesSlide2.xml" Id="Rc2ea64ec644c4d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a00fdadf140e7" /><Relationship Type="http://schemas.openxmlformats.org/officeDocument/2006/relationships/notesSlide" Target="/ppt/notesSlides/notesSlide3.xml" Id="R7602963308804a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4130c138746e2" /><Relationship Type="http://schemas.openxmlformats.org/officeDocument/2006/relationships/notesSlide" Target="/ppt/notesSlides/notesSlide4.xml" Id="R1c37835e8a9840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0eb7de07c4dfc" /><Relationship Type="http://schemas.openxmlformats.org/officeDocument/2006/relationships/image" Target="/ppt/media/image2.png" Id="R6eae3653e901484f" /><Relationship Type="http://schemas.openxmlformats.org/officeDocument/2006/relationships/image" Target="/ppt/media/image3.png" Id="Rc32f5958059e431e" /><Relationship Type="http://schemas.openxmlformats.org/officeDocument/2006/relationships/notesSlide" Target="/ppt/notesSlides/notesSlide5.xml" Id="R62685081261e47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c1aa1fb8d4355" /><Relationship Type="http://schemas.openxmlformats.org/officeDocument/2006/relationships/image" Target="/ppt/media/image4.png" Id="R0bfeb197e11a421c" /><Relationship Type="http://schemas.openxmlformats.org/officeDocument/2006/relationships/image" Target="/ppt/media/image5.png" Id="R4a7ab983f8ab43b8" /><Relationship Type="http://schemas.openxmlformats.org/officeDocument/2006/relationships/image" Target="/ppt/media/image6.png" Id="Rcbe63c97a0a542f8" /><Relationship Type="http://schemas.openxmlformats.org/officeDocument/2006/relationships/notesSlide" Target="/ppt/notesSlides/notesSlide6.xml" Id="Rd2909682ddae4a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e3199e0b74661" /><Relationship Type="http://schemas.openxmlformats.org/officeDocument/2006/relationships/notesSlide" Target="/ppt/notesSlides/notesSlide7.xml" Id="R56a3f434e6594c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f3b2dc5e44ba7" /><Relationship Type="http://schemas.openxmlformats.org/officeDocument/2006/relationships/image" Target="/ppt/media/image7.png" Id="Re6d1d7e5f7df4510" /><Relationship Type="http://schemas.openxmlformats.org/officeDocument/2006/relationships/notesSlide" Target="/ppt/notesSlides/notesSlide8.xml" Id="R8e5bb3907a0648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3785fbbff433a" /><Relationship Type="http://schemas.openxmlformats.org/officeDocument/2006/relationships/notesSlide" Target="/ppt/notesSlides/notesSlide9.xml" Id="R6edfe67ae9d842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9af0bad59437b" /><Relationship Type="http://schemas.openxmlformats.org/officeDocument/2006/relationships/image" Target="/ppt/media/image8.png" Id="Rf8ca60a1434444a3" /><Relationship Type="http://schemas.openxmlformats.org/officeDocument/2006/relationships/image" Target="/ppt/media/image9.png" Id="R987c03b2c05846a4" /><Relationship Type="http://schemas.openxmlformats.org/officeDocument/2006/relationships/notesSlide" Target="/ppt/notesSlides/notesSlide10.xml" Id="Re53d83b012ba44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df884f1a5486f" /><Relationship Type="http://schemas.openxmlformats.org/officeDocument/2006/relationships/image" Target="/ppt/media/image10.png" Id="R8ffa5f98dd3448af" /><Relationship Type="http://schemas.openxmlformats.org/officeDocument/2006/relationships/notesSlide" Target="/ppt/notesSlides/notesSlide11.xml" Id="R10c53e3179844d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739074-5C04-4251-8219-8197CBFF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LEXHACK '26 / BUILD SOMETHING REAL FOR SOMEONE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AB797-BFCB-4847-8858-17D0A6C6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80962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VarFoot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725E1-A946-4880-8D83-CEA53CE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8001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A personalized AI soccer roadmap for athletes trying to make varsity.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9FBCF-445A-4DEA-98CB-00D2EAD5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78105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Changing future athletes all around the world. Built by Sansar Karki &amp; Saaransh Jinna — and built for a real one chasing varsity.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00450-7D6C-494A-90FE-F0D9C7FA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9FF73"/>
                </a:solidFill>
                <a:latin typeface="SF Mono"/>
                <a:ea typeface="SF Mono"/>
                <a:cs typeface="SF Mono"/>
              </a:defRPr>
            </a:pPr>
            <a:r>
              <a:t>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8B2F7-D1A2-4BF1-B9CC-7B31A1D1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readiness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B25C1-E29F-4A78-9F1E-9C289047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0769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4DB6FF"/>
                </a:solidFill>
                <a:latin typeface="SF Mono"/>
                <a:ea typeface="SF Mono"/>
                <a:cs typeface="SF Mono"/>
              </a:defRPr>
            </a:pPr>
            <a:r>
              <a:t>35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41CE9-DEE7-4457-A714-F3D45054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6484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days to tryouts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6EE20-3B5A-49BA-BCE3-9987BDE3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0769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D23F"/>
                </a:solidFill>
                <a:latin typeface="SF Mono"/>
                <a:ea typeface="SF Mono"/>
                <a:cs typeface="SF Mono"/>
              </a:defRPr>
            </a:pPr>
            <a: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46F15-FB61-4A50-A6CA-5E805C58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6484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next session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37a724e4541b8"/>
          <a:stretch xmlns:a="http://schemas.openxmlformats.org/drawingml/2006/main"/>
        </p:blipFill>
        <p:spPr>
          <a:xfrm xmlns:a="http://schemas.openxmlformats.org/drawingml/2006/main">
            <a:off x="9744346" y="704850"/>
            <a:ext cx="3257008" cy="7048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4000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1C6F9E-799C-41B5-B9AD-4138B0E1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BUILT FOR A REAL PERSON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D2A7C-2DE2-41A5-A573-C139551A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7620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This was built for 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E32A3-9B6C-4E9D-A9A2-C7E5E447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75247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Sansar Karki — an incoming freshman trying to make varsity soccer. I have been documenting the journey publicly, so this is not a hypothetical user.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CD776-598A-44DB-B32F-91CBB877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EDE5F-9932-4894-9F19-4DD4E55B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4450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Instagram: @sansar.mp4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C59D2-C8E7-47A1-B642-BE5FD71D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9AFF1-EFA7-411B-9545-7CA0573A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1,100+ followers following the varsity push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D4432-FD73-43AD-83B9-50B54D1F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ADB10-268B-45D6-904C-B0DC52B0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19850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Real training clips, a real public goal, a real deadline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ECD06-505B-4D1A-80E8-1705B812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895350"/>
            <a:ext cx="4953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@sansar.mp4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37AD1B-B281-4212-8FA6-B5679D2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714500"/>
            <a:ext cx="4953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1,100+ followers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81A03-990B-40CB-9CB5-237EA11D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43150"/>
            <a:ext cx="49530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6E76"/>
                </a:solidFill>
                <a:latin typeface="Avenir Next"/>
                <a:ea typeface="Avenir Next"/>
                <a:cs typeface="Avenir Next"/>
              </a:defRPr>
            </a:pPr>
            <a:r>
              <a:t>[ Insert a clean screenshot of the @sansar.mp4 profile here — handle + follower count ]</a:t>
            </a:r>
          </a:p>
        </p:txBody>
      </p:sp>
    </p:spTree>
    <p:extLst>
      <p:ext uri="{BB962C8B-B14F-4D97-AF65-F5344CB8AC3E}">
        <p14:creationId xmlns:p14="http://schemas.microsoft.com/office/powerpoint/2010/main" val="15031128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B9AAE3-B6C2-4E55-948C-6FA28A12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D23F"/>
                </a:solidFill>
                <a:latin typeface="Avenir Next"/>
                <a:ea typeface="Avenir Next"/>
                <a:cs typeface="Avenir Next"/>
              </a:defRPr>
            </a:pPr>
            <a:r>
              <a:t>THE REAL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A9DB8-CE10-4279-BB60-C9BCC5D5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239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Motivation was never the issue. A plan was.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DC425-1F23-4A2F-89CA-3A4C3330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71437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I was training hard, posting the journey, and staying consistent. What I did not have was a system that told me what to work on and whether it was moving me toward varsity.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FB2D7-0D0C-4C18-8C10-B3856A51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D23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73ECC-031D-47AC-AD8C-1A2986A9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6825"/>
            <a:ext cx="6762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Training hard, but guessing at priorities.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9F640-F53E-45AD-83C1-825B22B7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D23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9849E-7AB4-4920-9D22-C6F20B89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24525"/>
            <a:ext cx="6762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No baseline, no benchmark, no ranked next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17FDB-B757-4FBD-817B-FC5DF604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D23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C7E59-BFC6-43E9-B58E-5765DBB7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72225"/>
            <a:ext cx="6762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No clear line from a weakness to a drill to tryout-readiness.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238EE-C6CB-43DB-84F6-A5AFA9F1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00300"/>
            <a:ext cx="5048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The question was never: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FEF1A3-3C40-48C2-A09A-89554F02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5143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"Will I put in the work?"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84C11-B696-47D4-AFD9-1BB1DC81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62450"/>
            <a:ext cx="5048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It was: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3EE91-284B-40D3-8BDD-CB24A193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14900"/>
            <a:ext cx="5143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"What exactly should I work on today to become varsity-ready?"</a:t>
            </a:r>
          </a:p>
        </p:txBody>
      </p:sp>
    </p:spTree>
    <p:extLst>
      <p:ext uri="{BB962C8B-B14F-4D97-AF65-F5344CB8AC3E}">
        <p14:creationId xmlns:p14="http://schemas.microsoft.com/office/powerpoint/2010/main" val="20404782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3A8297-1B14-42F8-9673-3CF471F5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WHY EXISTING SOLUTIONS FAIL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57C93-E848-4BCE-90CB-94F4FABE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1239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Everything available solves a different problem.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93D55-8BDE-4D29-965F-2AC1ACE7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262B2-766F-4A6E-968F-5FB2A070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Generic YouTube drills are not personalized to my position or weaknesses.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5F8E4-DF5A-45B9-9F75-8DE8A8B5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1FB4F-609F-42C7-BB7A-7D8B1BF7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Fitness apps track workouts but do not understand soccer tryouts.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1F2E1-1DC5-453D-B892-177E762D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098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B2DA1-314A-43DA-A4C8-CDAFDE80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098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Coaches give team feedback and are not available every day.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A832F2-5D84-46BE-8ECB-5769DC71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575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38870-7EDD-4C5E-A169-DDF76E9F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575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Nutrition apps are not built around a teen athlete with soccer-specific goals.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B62EBF-5EC4-4A69-BE0D-120EF2F2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1430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The result: a motivated player can spend months on the wrong work and never know it.</a:t>
            </a:r>
          </a:p>
        </p:txBody>
      </p:sp>
    </p:spTree>
    <p:extLst>
      <p:ext uri="{BB962C8B-B14F-4D97-AF65-F5344CB8AC3E}">
        <p14:creationId xmlns:p14="http://schemas.microsoft.com/office/powerpoint/2010/main" val="9248970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782E2E-F83C-4B35-915D-820CBD32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THE VARFOOT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93A0B-72AE-4DF8-BDB2-D26931B3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7048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One loop: assess, diagnose, plan, train, fuel, coach.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3E054-F993-4F38-9999-D24CCEAF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68580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VarFoot turns the goal into a repeatable system the player can run without waiting for a coach to personalize every session.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F8F72-4E2D-4F80-801D-DA5B62C3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1F677-3C9C-4B08-B6B4-2673F6DD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6572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Assessment across technical, physical, speed, recovery, and fueling.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DD30A-D3FF-42FE-939F-14C39D31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3AF4E-A5F1-40EE-94D8-37AAD2F6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0175"/>
            <a:ext cx="6572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Weakness diagnosis: every drill ranked weakest-first.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07C06-5A1F-4EFE-8C49-71C9BAA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16553-3A8F-492A-99C8-12FDE31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6572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Personalized roadmap built from real gaps and the tryout date.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012B40-6D87-410F-AD15-7F64C41F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07AFA-335E-4402-84AC-7DC976D7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05575"/>
            <a:ext cx="6572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Daily sessions, fuel support, and a grounded AI coach.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e3653e901484f"/>
          <a:stretch xmlns:a="http://schemas.openxmlformats.org/drawingml/2006/main"/>
        </p:blipFill>
        <p:spPr>
          <a:xfrm xmlns:a="http://schemas.openxmlformats.org/drawingml/2006/main">
            <a:off x="8528441" y="1371600"/>
            <a:ext cx="2640818" cy="5715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f5958059e431e"/>
          <a:stretch xmlns:a="http://schemas.openxmlformats.org/drawingml/2006/main"/>
        </p:blipFill>
        <p:spPr>
          <a:xfrm xmlns:a="http://schemas.openxmlformats.org/drawingml/2006/main">
            <a:off x="11462141" y="1371600"/>
            <a:ext cx="2640818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5554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05E988-6D29-4D8F-BF89-14FD3D97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DEMO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D8491-3BA3-4617-AE82-A07844BE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Click Explore demo athlete — it loads my profile.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719AFB-BF5E-40C7-91E2-CA59E17F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6381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Judges see the app populated as Sansar, an incoming freshman chasing varsity, with no onboarding required.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81020-F774-458D-8F31-5EE3F452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65D60-076B-4015-92FB-3A76AED5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6096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Onboarding / assessment baseline.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B729A-9F6D-4177-A2CB-074FD764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A2943-C0AD-45F1-AFD5-073AA741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0175"/>
            <a:ext cx="6096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Personalized plan and a training session.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AE979-332D-47C4-AE71-98AA8925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9E0EA-CBC9-4EA0-A3AC-1CAB217A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6096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Drill guidance with diagrams.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49AEA-EE25-4406-9B61-E111F392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75005-B61F-48A6-B91F-33E60092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05575"/>
            <a:ext cx="6096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Fuel tab and the AI coach.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eb197e11a421c"/>
          <a:stretch xmlns:a="http://schemas.openxmlformats.org/drawingml/2006/main"/>
        </p:blipFill>
        <p:spPr>
          <a:xfrm xmlns:a="http://schemas.openxmlformats.org/drawingml/2006/main">
            <a:off x="7819596" y="2105025"/>
            <a:ext cx="1963008" cy="424815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ab983f8ab43b8"/>
          <a:stretch xmlns:a="http://schemas.openxmlformats.org/drawingml/2006/main"/>
        </p:blipFill>
        <p:spPr>
          <a:xfrm xmlns:a="http://schemas.openxmlformats.org/drawingml/2006/main">
            <a:off x="9991296" y="2105025"/>
            <a:ext cx="1963008" cy="424815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63c97a0a542f8"/>
          <a:stretch xmlns:a="http://schemas.openxmlformats.org/drawingml/2006/main"/>
        </p:blipFill>
        <p:spPr>
          <a:xfrm xmlns:a="http://schemas.openxmlformats.org/drawingml/2006/main">
            <a:off x="12162996" y="2105025"/>
            <a:ext cx="1963008" cy="4248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446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A999D5-FEED-4258-B9D2-25F89000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TECHNICAL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E8252-5DD8-4947-93C2-EB4B78CD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1239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A real working app, not a mockup.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8F8DB0-1659-48C4-8EA7-E4E90B53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9FF73"/>
                </a:solidFill>
                <a:latin typeface="SF Mono"/>
                <a:ea typeface="SF Mono"/>
                <a:cs typeface="SF Mono"/>
              </a:defRPr>
            </a:pPr>
            <a:r>
              <a:t>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9EC9B-BF4A-4C9C-878C-BB3F27C3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drill catalog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5C072-47FE-48E9-AFF0-139A9AA9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098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4DB6FF"/>
                </a:solidFill>
                <a:latin typeface="SF Mono"/>
                <a:ea typeface="SF Mono"/>
                <a:cs typeface="SF Mono"/>
              </a:defRPr>
            </a:pPr>
            <a:r>
              <a:t>0-100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7E1EB-E1AE-4F61-8AB8-D9E4AC84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813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readiness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DDC01-1B89-4437-AE01-0F97DDA6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098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D23F"/>
                </a:solidFill>
                <a:latin typeface="SF Mono"/>
                <a:ea typeface="SF Mono"/>
                <a:cs typeface="SF Mono"/>
              </a:defRPr>
            </a:pPr>
            <a:r>
              <a:t>USDA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140966-1DA2-404C-90C1-565F4A2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813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live food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95101-B4DE-42F9-B4F8-F42A110C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09850"/>
            <a:ext cx="1809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39FF73"/>
                </a:solidFill>
                <a:latin typeface="SF Mono"/>
                <a:ea typeface="SF Mono"/>
                <a:cs typeface="SF Mono"/>
              </a:defRPr>
            </a:pPr>
            <a:r>
              <a:t>35/35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96270-76F8-41B9-B5DB-5070B5E5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8135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tests passing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3D9E0-5B45-45CD-A901-A89396E9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DABEF-1573-4632-A4E8-A2094E6F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Next.js 16 + React 19 + TypeScript, installable as a PWA.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62F40-C87D-4418-B987-EB0B9E1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FC17ED-C140-4187-8DB2-897E42E4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Supabase auth + PostgreSQL with row-level security for sync.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7803D-C240-4A8E-A5E7-49C23056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89CEB-F4F5-4F4A-A6C9-072BCFD8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Deterministic, unit-tested scoring and roadmap engine.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63938-6734-4104-AAA0-980354E1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909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92C3E-57F3-4B43-A585-BB813259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909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Gemini 3.1 Flash Lite streaming AI coach + roadmap summaries.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DC9BBC-898D-4D55-8DCB-56D7D372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386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EB1F1-500F-48B5-B425-E01DACDF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386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USDA FoodData Central API for real macro math.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ACEED9-6AF1-4374-8A86-80789B0A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0863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5CE75E-9D10-4D93-B432-21C5DEE0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863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Teen-safe nutrition guardrails; deployed on Vercel.</a:t>
            </a:r>
          </a:p>
        </p:txBody>
      </p:sp>
    </p:spTree>
    <p:extLst>
      <p:ext uri="{BB962C8B-B14F-4D97-AF65-F5344CB8AC3E}">
        <p14:creationId xmlns:p14="http://schemas.microsoft.com/office/powerpoint/2010/main" val="17108804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165F4F-0980-4EC2-A6B3-0D8F1BF5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IMPACT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29B71-1D4D-49B0-BDA4-FD2BF648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77152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It turns a vague dream into a daily plan.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45A1C-402C-4007-84C5-CC6640E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75247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VarFoot helps an athlete like me know what to do, why it matters, and how today's session connects to the tryout goal.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1D72D-4328-4A39-B02A-0B1B8F98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7C462-25DE-4594-BA33-2E0A902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53025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Every session traces back to a measured weakness.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BDC85-E9AB-4B01-87AE-ADE64C59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4D0AB-946F-4475-B548-F3EF1BBC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00725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Progress is checked against varsity, not vibes.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7A5D3-16D8-48DE-BFC2-7998E9BC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42A5F-2944-4FF4-85A0-96C7754B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48425"/>
            <a:ext cx="7048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The same problem belongs to thousands of players with no plan.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1d7e5f7df4510"/>
          <a:stretch xmlns:a="http://schemas.openxmlformats.org/drawingml/2006/main"/>
        </p:blipFill>
        <p:spPr>
          <a:xfrm xmlns:a="http://schemas.openxmlformats.org/drawingml/2006/main">
            <a:off x="9172846" y="704850"/>
            <a:ext cx="3257008" cy="7048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092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9CEFC6-6F9D-4C5A-8AF1-CDE13D7B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WHAT CHANGED BECAUSE OF VARFOOT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F79D0-9AB3-432F-97FA-54B61B1B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1239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Before and after.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EFDD4-DAF8-4BCF-AD97-2757B094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57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BEFORE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4CDF3-35EA-426E-9F09-C7EF0C90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987C0-BEB9-461E-AB05-C4C002A3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Random training, unclear priorities.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AE166-FFE3-4C4C-A4C1-19FA3C74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4D31B-97D9-4C1A-B656-5EE94160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No way to know if the work matched the varsity goal.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11872-B35A-485B-9346-FD87793E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B5E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39138D-8827-4134-A5B8-D3D86AF5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Effort without a system.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01B0E-1E97-455A-BBB1-1B914117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47950"/>
            <a:ext cx="657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AFTER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13AA7-4574-401E-9F1D-C00AABEB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813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E5EE02-E422-4A9A-9781-703CC4ED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813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Personalized daily sessions from ranked weaknesses.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9867C-CFBC-45DF-B5C3-E13ED599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290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9B9DB-28F6-4CD6-9101-B26B7E77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290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Progress tracked against the tryout date.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FAFA0-66CE-444C-8926-077CE49A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767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E3B5C-2C6E-4552-98A8-F1951CB0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76750"/>
            <a:ext cx="619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A coach-like assistant that always knows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19045476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015B93-85D7-4494-B4D8-B3B50CDA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ABOUT THE CREATORS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EE7E54-5524-4913-AA7F-794D812A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1239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Two 8th graders from Andover, MA.</a:t>
            </a:r>
          </a:p>
        </p:txBody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a60a1434444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647950"/>
            <a:ext cx="1428750" cy="1428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BFE60-B61B-44C6-9621-8619E431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847975"/>
            <a:ext cx="50292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Sansar Karki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5799D-4F83-4A4C-ACB9-AF167CD1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43275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Doherty Middle School · @sansar.mp4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CDEF5-F8CC-4C0F-A4FA-C066B4B9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66675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Trying to make varsity soccer as a freshman and documenting the journey to 1,100+ followers. Builds apps and is into AI and robotics. VarFoot is the system he wished he had — so he built it.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c03b2c05846a4"/>
          <a:srcRect xmlns:a="http://schemas.openxmlformats.org/drawingml/2006/main" l="0" t="12487" r="0" b="124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53350" y="2647950"/>
            <a:ext cx="1428750" cy="1428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79F84-7608-4CEA-90B6-21F7C488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47975"/>
            <a:ext cx="50292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Saaransh Jinna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4F74C-6DB0-4CF9-9CED-90565B53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43275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DB6FF"/>
                </a:solidFill>
                <a:latin typeface="Avenir Next"/>
                <a:ea typeface="Avenir Next"/>
                <a:cs typeface="Avenir Next"/>
              </a:defRPr>
            </a:pPr>
            <a:r>
              <a:t>Wood Hill Middle School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AC640-A65F-40B7-A2D6-6E7383A4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29100"/>
            <a:ext cx="66675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Training to make the AHS tennis team; into robotics and math. Plays piano and any sport with friends. Brings the same athlete-chasing-a-spot perspective to how VarFoot is designed.</a:t>
            </a:r>
          </a:p>
        </p:txBody>
      </p:sp>
    </p:spTree>
    <p:extLst>
      <p:ext uri="{BB962C8B-B14F-4D97-AF65-F5344CB8AC3E}">
        <p14:creationId xmlns:p14="http://schemas.microsoft.com/office/powerpoint/2010/main" val="9001126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A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51A315-1116-4B86-86CC-AD349EA5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52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CLOSING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8ABBD-0E88-429A-833A-E142B1E2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800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Built for someone real: 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C696F-9BC7-439C-A547-D7D61560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781050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9AA1A9"/>
                </a:solidFill>
                <a:latin typeface="Avenir Next"/>
                <a:ea typeface="Avenir Next"/>
                <a:cs typeface="Avenir Next"/>
              </a:defRPr>
            </a:pPr>
            <a:r>
              <a:t>VarFoot was built for one athlete with a real, public goal. If it can help me chase varsity, it can help thousands of athletes with the same goal and no plan.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B72DF-9F2E-40CE-B067-32B89990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3D159-C229-4444-B8D0-DD327159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0065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Live app: varfoot.vercel.app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042858-2271-47F4-A140-A83F4D49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8A4508-D2BF-40FD-B89C-625AE814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4835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Demo button: Explore demo athlete (loads Sansar's profile)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65084-4246-4865-AB00-DF3BADD0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9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9FF73"/>
                </a:solidFill>
                <a:latin typeface="Avenir Next"/>
                <a:ea typeface="Avenir Next"/>
                <a:cs typeface="Avenir Next"/>
              </a:defRPr>
            </a:pPr>
            <a: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95447-FB5D-462A-8A43-16E9F1E2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9605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4F5F6"/>
                </a:solidFill>
                <a:latin typeface="Avenir Next"/>
                <a:ea typeface="Avenir Next"/>
                <a:cs typeface="Avenir Next"/>
              </a:defRPr>
            </a:pPr>
            <a:r>
              <a:t>Public journey: @sansar.mp4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a5f98dd3448af"/>
          <a:stretch xmlns:a="http://schemas.openxmlformats.org/drawingml/2006/main"/>
        </p:blipFill>
        <p:spPr>
          <a:xfrm xmlns:a="http://schemas.openxmlformats.org/drawingml/2006/main">
            <a:off x="9553846" y="704850"/>
            <a:ext cx="3257008" cy="7048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64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2026-06-11T18:42:33.0760000Z</dcterms:created>
  <dcterms:modified xsi:type="dcterms:W3CDTF">2026-06-11T18:42:33.0760000Z</dcterms:modified>
</coreProperties>
</file>