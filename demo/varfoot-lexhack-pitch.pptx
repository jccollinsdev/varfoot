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436141de54eb8" /><Relationship Type="http://schemas.openxmlformats.org/officeDocument/2006/relationships/extended-properties" Target="/docProps/app.xml" Id="R1118361778364d7c" /><Relationship Type="http://schemas.openxmlformats.org/officeDocument/2006/relationships/officeDocument" Target="/ppt/presentation.xml" Id="Rc9bd225db0aa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4803cc8644639"/>
  </p:sldMasterIdLst>
  <p:notesMasterIdLst>
    <p:notesMasterId xmlns:r="http://schemas.openxmlformats.org/officeDocument/2006/relationships" r:id="R68bdf83afda6437d"/>
  </p:notesMasterIdLst>
  <p:sldIdLst>
    <p:sldId xmlns:r="http://schemas.openxmlformats.org/officeDocument/2006/relationships" id="256" r:id="R24befd54f59642da"/>
    <p:sldId xmlns:r="http://schemas.openxmlformats.org/officeDocument/2006/relationships" id="257" r:id="Re2370cac0d034042"/>
    <p:sldId xmlns:r="http://schemas.openxmlformats.org/officeDocument/2006/relationships" id="258" r:id="R4fba232686514e0d"/>
    <p:sldId xmlns:r="http://schemas.openxmlformats.org/officeDocument/2006/relationships" id="259" r:id="R5590fdc0e84048ba"/>
    <p:sldId xmlns:r="http://schemas.openxmlformats.org/officeDocument/2006/relationships" id="260" r:id="Rf28147dc9c7a4a41"/>
    <p:sldId xmlns:r="http://schemas.openxmlformats.org/officeDocument/2006/relationships" id="261" r:id="Rae34ad831791401f"/>
    <p:sldId xmlns:r="http://schemas.openxmlformats.org/officeDocument/2006/relationships" id="262" r:id="R269e5eca29a24ae2"/>
    <p:sldId xmlns:r="http://schemas.openxmlformats.org/officeDocument/2006/relationships" id="263" r:id="R1e968bc3cd494cba"/>
    <p:sldId xmlns:r="http://schemas.openxmlformats.org/officeDocument/2006/relationships" id="264" r:id="R50a6a8f536284c35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33637ba244916" /><Relationship Type="http://schemas.openxmlformats.org/officeDocument/2006/relationships/slideMaster" Target="/ppt/slideMasters/slideMaster1.xml" Id="Rd844803cc8644639" /><Relationship Type="http://schemas.openxmlformats.org/officeDocument/2006/relationships/notesMaster" Target="/ppt/notesMasters/notesMaster1.xml" Id="R68bdf83afda6437d" /><Relationship Type="http://schemas.openxmlformats.org/officeDocument/2006/relationships/presProps" Target="/ppt/presProps.xml" Id="Rf9133c2a32b548aa" /><Relationship Type="http://schemas.openxmlformats.org/officeDocument/2006/relationships/viewProps" Target="/ppt/viewProps.xml" Id="Rb7d75274e9064cbb" /><Relationship Type="http://schemas.openxmlformats.org/officeDocument/2006/relationships/tableStyles" Target="/ppt/tableStyles.xml" Id="R45a9a24536ce4f91" /><Relationship Type="http://schemas.openxmlformats.org/officeDocument/2006/relationships/slide" Target="/ppt/slides/slide1.xml" Id="R24befd54f59642da" /><Relationship Type="http://schemas.openxmlformats.org/officeDocument/2006/relationships/slide" Target="/ppt/slides/slide2.xml" Id="Re2370cac0d034042" /><Relationship Type="http://schemas.openxmlformats.org/officeDocument/2006/relationships/slide" Target="/ppt/slides/slide3.xml" Id="R4fba232686514e0d" /><Relationship Type="http://schemas.openxmlformats.org/officeDocument/2006/relationships/slide" Target="/ppt/slides/slide4.xml" Id="R5590fdc0e84048ba" /><Relationship Type="http://schemas.openxmlformats.org/officeDocument/2006/relationships/slide" Target="/ppt/slides/slide5.xml" Id="Rf28147dc9c7a4a41" /><Relationship Type="http://schemas.openxmlformats.org/officeDocument/2006/relationships/slide" Target="/ppt/slides/slide6.xml" Id="Rae34ad831791401f" /><Relationship Type="http://schemas.openxmlformats.org/officeDocument/2006/relationships/slide" Target="/ppt/slides/slide7.xml" Id="R269e5eca29a24ae2" /><Relationship Type="http://schemas.openxmlformats.org/officeDocument/2006/relationships/slide" Target="/ppt/slides/slide8.xml" Id="R1e968bc3cd494cba" /><Relationship Type="http://schemas.openxmlformats.org/officeDocument/2006/relationships/slide" Target="/ppt/slides/slide9.xml" Id="R50a6a8f53628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b2e4ff4064c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3ae463f490487b" /><Relationship Type="http://schemas.openxmlformats.org/officeDocument/2006/relationships/notesMaster" Target="/ppt/notesMasters/notesMaster1.xml" Id="R0314bff1d7a6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407cfd94c44e58" /><Relationship Type="http://schemas.openxmlformats.org/officeDocument/2006/relationships/notesMaster" Target="/ppt/notesMasters/notesMaster1.xml" Id="Reae9d8722d7c4e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e34d1bf27a4126" /><Relationship Type="http://schemas.openxmlformats.org/officeDocument/2006/relationships/notesMaster" Target="/ppt/notesMasters/notesMaster1.xml" Id="R444bc3b5f9a842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54010cb824916" /><Relationship Type="http://schemas.openxmlformats.org/officeDocument/2006/relationships/notesMaster" Target="/ppt/notesMasters/notesMaster1.xml" Id="R10085d4e1b22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54f05cd0040b9" /><Relationship Type="http://schemas.openxmlformats.org/officeDocument/2006/relationships/notesMaster" Target="/ppt/notesMasters/notesMaster1.xml" Id="Rd55f4c981f7041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985499c3e84dde" /><Relationship Type="http://schemas.openxmlformats.org/officeDocument/2006/relationships/notesMaster" Target="/ppt/notesMasters/notesMaster1.xml" Id="Rac75f82ac9bb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218b9e2bf6468c" /><Relationship Type="http://schemas.openxmlformats.org/officeDocument/2006/relationships/notesMaster" Target="/ppt/notesMasters/notesMaster1.xml" Id="Rdc467055ebdf40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2f98bc5514b3c" /><Relationship Type="http://schemas.openxmlformats.org/officeDocument/2006/relationships/notesMaster" Target="/ppt/notesMasters/notesMaster1.xml" Id="R7139803d616a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86e4f52a144d34" /><Relationship Type="http://schemas.openxmlformats.org/officeDocument/2006/relationships/notesMaster" Target="/ppt/notesMasters/notesMaster1.xml" Id="R3b038cbb1feb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Jordan, not the tech stack.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531211972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e567d4de94e1d" /><Relationship Type="http://schemas.openxmlformats.org/officeDocument/2006/relationships/slideLayout" Target="/ppt/slideLayouts/slideLayout1.xml" Id="R6d958e23c621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958e23c621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fbbbfc956421d" /><Relationship Type="http://schemas.openxmlformats.org/officeDocument/2006/relationships/image" Target="/ppt/media/image.png" Id="R904248be73c1404c" /><Relationship Type="http://schemas.openxmlformats.org/officeDocument/2006/relationships/notesSlide" Target="/ppt/notesSlides/notesSlide1.xml" Id="R0be8d5ac1d9e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5ab26c9334d97" /><Relationship Type="http://schemas.openxmlformats.org/officeDocument/2006/relationships/notesSlide" Target="/ppt/notesSlides/notesSlide2.xml" Id="Ree72630127224a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bbbde88f749ca" /><Relationship Type="http://schemas.openxmlformats.org/officeDocument/2006/relationships/image" Target="/ppt/media/image2.png" Id="Rb223e036d2ad407b" /><Relationship Type="http://schemas.openxmlformats.org/officeDocument/2006/relationships/image" Target="/ppt/media/image3.png" Id="Re63547898cb14861" /><Relationship Type="http://schemas.openxmlformats.org/officeDocument/2006/relationships/notesSlide" Target="/ppt/notesSlides/notesSlide3.xml" Id="R24ba726d134d44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04d2900ef419d" /><Relationship Type="http://schemas.openxmlformats.org/officeDocument/2006/relationships/image" Target="/ppt/media/image4.png" Id="R928d409eaea8485e" /><Relationship Type="http://schemas.openxmlformats.org/officeDocument/2006/relationships/notesSlide" Target="/ppt/notesSlides/notesSlide4.xml" Id="Rc9655218890043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ceec8f52a4281" /><Relationship Type="http://schemas.openxmlformats.org/officeDocument/2006/relationships/image" Target="/ppt/media/image5.png" Id="Rb93e4b3ac3c546c3" /><Relationship Type="http://schemas.openxmlformats.org/officeDocument/2006/relationships/notesSlide" Target="/ppt/notesSlides/notesSlide5.xml" Id="Rd2c7dbf06c5c4b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ad3ca63af418d" /><Relationship Type="http://schemas.openxmlformats.org/officeDocument/2006/relationships/image" Target="/ppt/media/image6.png" Id="R22b8eff3235a486a" /><Relationship Type="http://schemas.openxmlformats.org/officeDocument/2006/relationships/notesSlide" Target="/ppt/notesSlides/notesSlide6.xml" Id="Rd7ddffa71ab249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0240a9c504071" /><Relationship Type="http://schemas.openxmlformats.org/officeDocument/2006/relationships/image" Target="/ppt/media/image7.png" Id="Ree724a4b35a74a77" /><Relationship Type="http://schemas.openxmlformats.org/officeDocument/2006/relationships/notesSlide" Target="/ppt/notesSlides/notesSlide7.xml" Id="Re57b924c5fb94e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fa055da7646a9" /><Relationship Type="http://schemas.openxmlformats.org/officeDocument/2006/relationships/notesSlide" Target="/ppt/notesSlides/notesSlide8.xml" Id="Re14f83249a7e40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40f45af114b14" /><Relationship Type="http://schemas.openxmlformats.org/officeDocument/2006/relationships/image" Target="/ppt/media/image8.png" Id="Rfbf85066974f4091" /><Relationship Type="http://schemas.openxmlformats.org/officeDocument/2006/relationships/notesSlide" Target="/ppt/notesSlides/notesSlide9.xml" Id="R01c5a07a203d4a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13410-DD71-4025-BFE2-8CB7D178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LEXHACK '26 / BUILD FOR SOMEONE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0CA8F-E1AA-4FD1-B55C-ED9D262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8096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VarFoot gives the player training alone a varsity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A9233-0178-42AF-BD4A-3620972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810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Built for Jordan Reyes, a 16-year-old JV midfielder who already trains after school but does not know whether the work is actually moving him toward varsity.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8C1DC-7125-4826-94B6-8AB31A44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9FF73"/>
                </a:solidFill>
                <a:latin typeface="SF Mono"/>
                <a:ea typeface="SF Mono"/>
                <a:cs typeface="SF Mono"/>
              </a:defRPr>
            </a:pPr>
            <a: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B3A27-0399-49EA-80B3-D282905D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021BB-93D1-40AE-8B1B-6D2BFD08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959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DB6FF"/>
                </a:solidFill>
                <a:latin typeface="SF Mono"/>
                <a:ea typeface="SF Mono"/>
                <a:cs typeface="SF Mono"/>
              </a:defRPr>
            </a:pPr>
            <a: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33B87-273B-47C5-B3AA-678496BF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6745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days left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39530-118F-458E-8617-9619D4A8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6959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D23F"/>
                </a:solidFill>
                <a:latin typeface="SF Mono"/>
                <a:ea typeface="SF Mono"/>
                <a:cs typeface="SF Mono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DD724-E7C6-4DEE-B37E-AB7D41B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26745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next session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248be73c1404c"/>
          <a:stretch xmlns:a="http://schemas.openxmlformats.org/drawingml/2006/main"/>
        </p:blipFill>
        <p:spPr>
          <a:xfrm xmlns:a="http://schemas.openxmlformats.org/drawingml/2006/main">
            <a:off x="9553846" y="704850"/>
            <a:ext cx="3257008" cy="704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5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6AE44-B709-4D6C-AB6F-E23AE737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2A03B-81AB-4597-9D01-8A7999D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7239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Caring is not enough when training is guesswork.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4D83B-2901-42E2-B661-D68E3233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143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High-school soccer players can find drills anywhere. What they cannot easily find is an honest baseline, a benchmark, and a prioritized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AC0E0-C166-47CE-B7F0-055AB6D3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3D47-1EEC-4FD1-BD86-97291D0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676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Team practice gives feedback, not a personal roadmap.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AE3F2-35D2-4CE5-BC70-A557E33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D26F2-DCFD-4F5F-B431-8EC4B735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676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PDF drills give activities, not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C60A5-FF5E-4DB0-AC2E-FFD11343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495E5-8C0A-4685-BE87-969A3E95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676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Generic fitness apps miss tryouts, positions, and varsity standards.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11CC2-613E-4973-B885-A7D8D593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43275"/>
            <a:ext cx="5048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The question Jordan is really asking: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04FB3-FC36-41AB-92FB-8FDBE44B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71925"/>
            <a:ext cx="5143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Am I closer to varsity, and what should I work on first?</a:t>
            </a:r>
          </a:p>
        </p:txBody>
      </p:sp>
    </p:spTree>
    <p:extLst>
      <p:ext uri="{BB962C8B-B14F-4D97-AF65-F5344CB8AC3E}">
        <p14:creationId xmlns:p14="http://schemas.microsoft.com/office/powerpoint/2010/main" val="2042887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A9530-B114-4BEB-B225-F740D060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D5FBB-99D8-4967-9F49-8BA0154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858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Baseline -&gt; score -&gt; gap -&gt; session -&gt; updated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C7670-14EF-428C-855C-03210BBA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666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VarFoot turns tryout prep into a loop the player can repeat without waiting for a coach to personalize every session.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B2B0-C8F1-4543-A7EF-05A345A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A30F9-B598-40E3-8842-C3620BBF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19-drill baseline across technical, physical, speed, recovery, and fueling.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90D38-3EE9-4A3B-B652-D6A762C2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8C706-27B8-4947-A09F-CCA8F82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Freshman/JV/varsity anchors make the score understandable.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E1C2B-8224-4140-9D06-A010475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6021D-934D-495F-9D4B-D5B89CD9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81725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Completed sessions regenerate future work from the latest state.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3e036d2ad407b"/>
          <a:stretch xmlns:a="http://schemas.openxmlformats.org/drawingml/2006/main"/>
        </p:blipFill>
        <p:spPr>
          <a:xfrm xmlns:a="http://schemas.openxmlformats.org/drawingml/2006/main">
            <a:off x="8337941" y="1371600"/>
            <a:ext cx="2640818" cy="5715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547898cb14861"/>
          <a:stretch xmlns:a="http://schemas.openxmlformats.org/drawingml/2006/main"/>
        </p:blipFill>
        <p:spPr>
          <a:xfrm xmlns:a="http://schemas.openxmlformats.org/drawingml/2006/main">
            <a:off x="11271641" y="1371600"/>
            <a:ext cx="2640818" cy="571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37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E551F-896A-451E-826D-89EB2226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PROOF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E18F4-A9C0-4AD0-9AA9-6F157CF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6286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The roadmap is generated from Jordan's measured gaps.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FC7F7-15D4-4D21-8C38-7A31365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191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The plan is not a canned Day 1 / Day 2 calendar. It ranks weaknesses, balances training load, and respects the tryout 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F987-9938-45A9-9C33-8A4D4A4D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997A8-2377-47ED-9EEB-734EA62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Speed/agility rises because it is Jordan's biggest blocker.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32229-EBAB-4D17-BD75-5AAFFFBE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A1405-FF5C-4105-8E18-875081D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Focus labels say Passing, First Touch, Speed/Agility.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8C397-045F-47B3-BD44-94B7E58D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3E851-C8AE-4532-9A00-956C3F18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93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Regeneration now continues after future completed sessions.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d409eaea8485e"/>
          <a:stretch xmlns:a="http://schemas.openxmlformats.org/drawingml/2006/main"/>
        </p:blipFill>
        <p:spPr>
          <a:xfrm xmlns:a="http://schemas.openxmlformats.org/drawingml/2006/main">
            <a:off x="7839346" y="704850"/>
            <a:ext cx="3257008" cy="704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23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7F064-AB3B-43F9-8594-7656755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14136-88BD-427A-898F-265CD18C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6477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Progress shows evidence, not vibes.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0F478-D422-4E4B-AE4C-87C776A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286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Jordan can see history, a skill radar, weakest-first gaps, and which drills have already reached varsity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0E05B-EDC1-4F72-8883-A4E49CC6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F6D8B-01C5-4F46-83C4-940194F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Score trend for the improvement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3FCFC-E613-420E-8A18-DDCD41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F7430-DC02-43E7-AD15-049622FE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Radar for skill balance.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17299-5C51-4136-81B3-42D10CC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3A2FE-0432-438B-BAB7-FC04F82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93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Filters that keep the weakest-first list scannable.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e4b3ac3c546c3"/>
          <a:stretch xmlns:a="http://schemas.openxmlformats.org/drawingml/2006/main"/>
        </p:blipFill>
        <p:spPr>
          <a:xfrm xmlns:a="http://schemas.openxmlformats.org/drawingml/2006/main">
            <a:off x="7953646" y="704850"/>
            <a:ext cx="3257008" cy="704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7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F13E7-04ED-4755-AA38-37A62315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5F711-644A-4A23-8EB1-46BA054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6572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Fueling is useful, but careful because Jordan is a minor.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CBB6A-4DCF-48F2-AD01-55D88250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381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The Fuel tab uses USDA FoodData Central for real food data. Targets are planning estimates, not medical prescriptions.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42556-3C27-423F-BE79-6C69389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DF3A3-BE1E-4402-BD0E-E0D96751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609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Protein uses about 1.5 g/kg/day instead of a high calorie percentage.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CEA6B-F89C-43CC-A634-B90EF81A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37BBE-250B-41C6-A42C-C765014A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609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Calories use a sex-neutral estimate because the app does not collect sex.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AC21C-FF16-474D-8758-2197CF1F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3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7F8F3-D3FF-4B55-9728-77C61665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609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Coach language points to balanced meals, hydration, and adult support.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8eff3235a486a"/>
          <a:stretch xmlns:a="http://schemas.openxmlformats.org/drawingml/2006/main"/>
        </p:blipFill>
        <p:spPr>
          <a:xfrm xmlns:a="http://schemas.openxmlformats.org/drawingml/2006/main">
            <a:off x="8048896" y="704850"/>
            <a:ext cx="3257008" cy="704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55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67E14-E5C0-4C94-93FC-1CCFEA3E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AI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52B36-5BDC-46C2-8D00-A2E6E33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6572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The coach is grounded in Jordan's actual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6F1A5-CA4D-4B0B-BC69-01ADF1D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381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Gemini receives readiness, top gaps, today's roadmap session, recent history, and today's meals. It is not a generic soccer chatbot.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819BF-015C-41BD-8C15-79CC68E4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1E55-0B09-4EC4-9561-7C674569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609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Streaming response feels live in the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FECF4-BC31-4B42-BAF0-B6516F0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83C4D-D034-4484-8CEE-432E2CBE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609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Context includes score, gaps, plan, and food log.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2FD37-3DF2-4191-B51A-7694429F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005DD-2315-46F2-805B-FC8DFF09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609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Prompt includes teen nutrition safety constraints.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24a4b35a74a77"/>
          <a:stretch xmlns:a="http://schemas.openxmlformats.org/drawingml/2006/main"/>
        </p:blipFill>
        <p:spPr>
          <a:xfrm xmlns:a="http://schemas.openxmlformats.org/drawingml/2006/main">
            <a:off x="8048896" y="704850"/>
            <a:ext cx="3257008" cy="704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23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F41321-C035-4144-9C49-292B8E03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CLINICAL 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FEAEF-A95B-4B34-BD15-4A4142D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239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88-91 / 100 if the final deployment and hosted video land.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2F651-920F-4C9D-80EC-8194465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9FF73"/>
                </a:solidFill>
                <a:latin typeface="SF Mono"/>
                <a:ea typeface="SF Mono"/>
                <a:cs typeface="SF Mono"/>
              </a:defRPr>
            </a:pPr>
            <a:r>
              <a:t>36-38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E88B5-EADD-4539-B040-0977F1E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impact /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8CB8B-412E-4760-844D-9FFBEAD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DB6FF"/>
                </a:solidFill>
                <a:latin typeface="SF Mono"/>
                <a:ea typeface="SF Mono"/>
                <a:cs typeface="SF Mono"/>
              </a:defRPr>
            </a:pPr>
            <a:r>
              <a:t>26-28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B2033-81ED-4D42-9B50-FC6DB9B3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tech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F0E87-51F2-43B5-9158-7AAA7DFB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D23F"/>
                </a:solidFill>
                <a:latin typeface="SF Mono"/>
                <a:ea typeface="SF Mono"/>
                <a:cs typeface="SF Mono"/>
              </a:defRPr>
            </a:pPr>
            <a:r>
              <a:t>17-18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EAF0B-B299-487B-86B6-4EB8426F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design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DE27-D5C3-4CC1-A783-6A0545EA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9FF73"/>
                </a:solidFill>
                <a:latin typeface="SF Mono"/>
                <a:ea typeface="SF Mono"/>
                <a:cs typeface="SF Mono"/>
              </a:defRPr>
            </a:pPr>
            <a: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68338-85BA-452A-B8E3-6DA2CB2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presentation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4463E-21FF-43E4-82DF-9B25850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1525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The project is prize-contending because it has one clear person, a real problem, a working end-to-end app, and a demo path judges can understand quickly.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BFAE5-A493-4457-B45A-4FAE2588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9AF6B-3158-479F-ADF8-9233E91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Lead with Jordan's uncertainty, then show how each screen removes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95DD-9D69-46C9-97D3-76D9D4C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B01EA-0646-4925-AB96-33E89CEA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Use the demo athlete live; mention the full assessment, do not perform all 19 drills.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A4850-BCA3-4EFF-88F2-E8D9295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FF73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CF34C-69BD-4661-9DD7-6FA76CAC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Upload the generated 2:08 walkthrough to YouTube or Vimeo before Devpost submission.</a:t>
            </a:r>
          </a:p>
        </p:txBody>
      </p:sp>
    </p:spTree>
    <p:extLst>
      <p:ext uri="{BB962C8B-B14F-4D97-AF65-F5344CB8AC3E}">
        <p14:creationId xmlns:p14="http://schemas.microsoft.com/office/powerpoint/2010/main" val="1031475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BEDE90-D5CC-4786-B2C0-65E55C2D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DEMO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DAA44-C1C6-4CE9-8739-C340ADB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810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VarFoot is not motivation. It is the next right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D8BF4-D1DC-44E2-BD3B-0D11F4E2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7429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1A9"/>
                </a:solidFill>
                <a:latin typeface="Avenir Next"/>
                <a:ea typeface="Avenir Next"/>
                <a:cs typeface="Avenir Next"/>
              </a:defRPr>
            </a:pPr>
            <a:r>
              <a:t>For Jordan, the app answers the question that matters: what should I do today to become varsity-ready?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B5ED3-48F4-4DA6-9336-9CE08B9B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CA7B2-84E4-476A-80E0-7001210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Live app: varfoot.vercel.app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2EA03-120A-470F-AC59-5F3F7293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BAE72-AEA5-4E3A-8DA9-F2FE1DA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Demo button: Explore demo athlete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86404-6A1B-4C24-B0CF-30F9B63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9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DB6FF"/>
                </a:solidFill>
                <a:latin typeface="Avenir Next"/>
                <a:ea typeface="Avenir Next"/>
                <a:cs typeface="Avenir Next"/>
              </a:defRPr>
            </a:pPr>
            <a: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A0049-4FB7-49BA-B641-A0FEE14E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5F6"/>
                </a:solidFill>
                <a:latin typeface="Avenir Next"/>
                <a:ea typeface="Avenir Next"/>
                <a:cs typeface="Avenir Next"/>
              </a:defRPr>
            </a:pPr>
            <a:r>
              <a:t>Submission video: demo/varfoot-demo-2min.mp4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85066974f4091"/>
          <a:stretch xmlns:a="http://schemas.openxmlformats.org/drawingml/2006/main"/>
        </p:blipFill>
        <p:spPr>
          <a:xfrm xmlns:a="http://schemas.openxmlformats.org/drawingml/2006/main">
            <a:off x="9172846" y="704850"/>
            <a:ext cx="3257008" cy="704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08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2026-06-11T15:32:28.5440000Z</dcterms:created>
  <dcterms:modified xsi:type="dcterms:W3CDTF">2026-06-11T15:32:28.5440000Z</dcterms:modified>
</coreProperties>
</file>